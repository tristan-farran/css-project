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5011" r:id="rId4"/>
  </p:sldMasterIdLst>
  <p:notesMasterIdLst>
    <p:notesMasterId r:id="rId6"/>
  </p:notesMasterIdLst>
  <p:handoutMasterIdLst>
    <p:handoutMasterId r:id="rId7"/>
  </p:handoutMasterIdLst>
  <p:sldIdLst>
    <p:sldId id="267" r:id="rId5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CECEE"/>
    <a:srgbClr val="1A1A20"/>
    <a:srgbClr val="FF8000"/>
    <a:srgbClr val="E4312C"/>
    <a:srgbClr val="009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2" autoAdjust="0"/>
    <p:restoredTop sz="99486" autoAdjust="0"/>
  </p:normalViewPr>
  <p:slideViewPr>
    <p:cSldViewPr showGuides="1">
      <p:cViewPr>
        <p:scale>
          <a:sx n="107" d="100"/>
          <a:sy n="107" d="100"/>
        </p:scale>
        <p:origin x="936" y="60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691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3FC99-108D-4695-8AF1-2D7D2FAECB94}" type="datetimeFigureOut">
              <a:rPr lang="en-US" smtClean="0"/>
              <a:pPr/>
              <a:t>1/26/26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3632F-4A90-4A2D-9731-9ADAF86519F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79678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A9597-787D-4A4E-A08C-2F4F459F2753}" type="datetimeFigureOut">
              <a:rPr lang="en-US" smtClean="0"/>
              <a:pPr/>
              <a:t>1/26/26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7915E-8BAF-4DB5-8BE1-35DD7C1B4FF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45844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" y="233951"/>
            <a:ext cx="3935784" cy="788804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0" y="1196975"/>
            <a:ext cx="12192000" cy="5661025"/>
          </a:xfrm>
        </p:spPr>
        <p:txBody>
          <a:bodyPr/>
          <a:lstStyle>
            <a:lvl1pPr>
              <a:defRPr baseline="-25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Spreker + datum">
            <a:extLst>
              <a:ext uri="{FF2B5EF4-FFF2-40B4-BE49-F238E27FC236}">
                <a16:creationId xmlns:a16="http://schemas.microsoft.com/office/drawing/2014/main" id="{22050EA1-CA9C-4396-8218-E69567FC45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337" y="5589240"/>
            <a:ext cx="4652591" cy="487833"/>
          </a:xfrm>
          <a:solidFill>
            <a:schemeClr val="bg1">
              <a:lumMod val="85000"/>
            </a:schemeClr>
          </a:solidFill>
        </p:spPr>
        <p:txBody>
          <a:bodyPr tIns="180000">
            <a:normAutofit/>
          </a:bodyPr>
          <a:lstStyle>
            <a:lvl1pPr>
              <a:defRPr sz="1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Spreker + Datum</a:t>
            </a:r>
            <a:br>
              <a:rPr lang="nl-NL" dirty="0"/>
            </a:br>
            <a:endParaRPr lang="nl-NL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B010751-BA61-49BF-A388-64D88C63E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36" y="4293096"/>
            <a:ext cx="4652591" cy="1296144"/>
          </a:xfrm>
          <a:solidFill>
            <a:schemeClr val="bg1"/>
          </a:solidFill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13C1930B-82DE-4C71-BB08-517E65612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336" y="3826564"/>
            <a:ext cx="4652592" cy="466532"/>
          </a:xfrm>
          <a:solidFill>
            <a:schemeClr val="bg1"/>
          </a:solidFill>
        </p:spPr>
        <p:txBody>
          <a:bodyPr tIns="144000">
            <a:norm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2288688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invoegen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360696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12792744" y="620688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Wijzig de afbeelding door de bestaande afbeelding te verwijderen. Klik op het pictogram dat vervolgens verschijnt om een afbeelding in te voegen.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752" y="1580234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2792744" y="2156298"/>
            <a:ext cx="1728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die je wilt invoegen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‘Invoegen’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2397928" y="2215821"/>
            <a:ext cx="288032" cy="276999"/>
            <a:chOff x="12494133" y="2712391"/>
            <a:chExt cx="288032" cy="276999"/>
          </a:xfrm>
        </p:grpSpPr>
        <p:sp>
          <p:nvSpPr>
            <p:cNvPr id="16" name="Rectangle 15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494133" y="2712391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12415930" y="670453"/>
            <a:ext cx="252028" cy="252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 userDrawn="1"/>
        </p:nvSpPr>
        <p:spPr>
          <a:xfrm>
            <a:off x="12397928" y="65796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2791363" y="3798204"/>
            <a:ext cx="17281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Wanneer je de afbeelding wilt schalen of verslepen, ga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‘Bijsnijden’.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Met de witte bolletjes schaal je de afbeelding, met de zwarte haakjes schaal je het afbeeldingskader.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1302" y="5136676"/>
            <a:ext cx="2714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24"/>
          <p:cNvCxnSpPr/>
          <p:nvPr userDrawn="1"/>
        </p:nvCxnSpPr>
        <p:spPr>
          <a:xfrm>
            <a:off x="12388482" y="5695302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 userDrawn="1"/>
        </p:nvGrpSpPr>
        <p:grpSpPr>
          <a:xfrm>
            <a:off x="12397928" y="2861179"/>
            <a:ext cx="288032" cy="276999"/>
            <a:chOff x="12492689" y="2721406"/>
            <a:chExt cx="288032" cy="276999"/>
          </a:xfrm>
        </p:grpSpPr>
        <p:sp>
          <p:nvSpPr>
            <p:cNvPr id="27" name="Rectangle 26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9" name="Straight Connector 28"/>
          <p:cNvCxnSpPr/>
          <p:nvPr userDrawn="1"/>
        </p:nvCxnSpPr>
        <p:spPr>
          <a:xfrm>
            <a:off x="12396700" y="2732362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 userDrawn="1"/>
        </p:nvCxnSpPr>
        <p:spPr>
          <a:xfrm>
            <a:off x="12370968" y="2084290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25"/>
          <p:cNvSpPr txBox="1"/>
          <p:nvPr userDrawn="1"/>
        </p:nvSpPr>
        <p:spPr>
          <a:xfrm>
            <a:off x="12846660" y="2890242"/>
            <a:ext cx="17281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Klik vervolgens bij het onderdeel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‘Schikken’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‘Naar achtergrond’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12421465" y="3800073"/>
            <a:ext cx="288032" cy="276999"/>
            <a:chOff x="12492689" y="2721406"/>
            <a:chExt cx="288032" cy="276999"/>
          </a:xfrm>
        </p:grpSpPr>
        <p:sp>
          <p:nvSpPr>
            <p:cNvPr id="33" name="Rectangle 32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5" name="Straight Connector 34"/>
          <p:cNvCxnSpPr/>
          <p:nvPr userDrawn="1"/>
        </p:nvCxnSpPr>
        <p:spPr>
          <a:xfrm>
            <a:off x="12385533" y="3717032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 userDrawn="1"/>
        </p:nvSpPr>
        <p:spPr>
          <a:xfrm>
            <a:off x="6528048" y="-531440"/>
            <a:ext cx="566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Startpagina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257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668">
          <p15:clr>
            <a:srgbClr val="FBAE40"/>
          </p15:clr>
        </p15:guide>
        <p15:guide id="9" pos="4567">
          <p15:clr>
            <a:srgbClr val="FBAE40"/>
          </p15:clr>
        </p15:guide>
        <p15:guide id="11" orient="horz" pos="3816" userDrawn="1">
          <p15:clr>
            <a:srgbClr val="FBAE40"/>
          </p15:clr>
        </p15:guide>
        <p15:guide id="12" orient="horz" pos="3528" userDrawn="1">
          <p15:clr>
            <a:srgbClr val="FBAE40"/>
          </p15:clr>
        </p15:guide>
        <p15:guide id="13" pos="501" userDrawn="1">
          <p15:clr>
            <a:srgbClr val="FBAE40"/>
          </p15:clr>
        </p15:guide>
        <p15:guide id="14" pos="3425" userDrawn="1">
          <p15:clr>
            <a:srgbClr val="FBAE40"/>
          </p15:clr>
        </p15:guide>
        <p15:guide id="15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600" y="1980000"/>
            <a:ext cx="11148649" cy="461703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Source Sans Pro" panose="020B0503030403020204" pitchFamily="34" charset="0"/>
              </a:defRPr>
            </a:lvl1pPr>
            <a:lvl2pPr>
              <a:defRPr>
                <a:latin typeface="+mj-lt"/>
                <a:ea typeface="Source Sans Pro" panose="020B0503030403020204" pitchFamily="34" charset="0"/>
              </a:defRPr>
            </a:lvl2pPr>
            <a:lvl3pPr>
              <a:defRPr>
                <a:latin typeface="+mj-lt"/>
                <a:ea typeface="Source Sans Pro" panose="020B0503030403020204" pitchFamily="34" charset="0"/>
              </a:defRPr>
            </a:lvl3pPr>
            <a:lvl4pPr>
              <a:defRPr>
                <a:solidFill>
                  <a:schemeClr val="accent1"/>
                </a:solidFill>
                <a:latin typeface="+mj-lt"/>
                <a:ea typeface="Source Sans Pro" panose="020B0503030403020204" pitchFamily="34" charset="0"/>
              </a:defRPr>
            </a:lvl4pPr>
            <a:lvl5pPr>
              <a:defRPr>
                <a:solidFill>
                  <a:schemeClr val="accent1"/>
                </a:solidFill>
                <a:latin typeface="+mj-lt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F7EDB-0AEE-417F-9CB5-243BC8B4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907200"/>
            <a:ext cx="11159196" cy="936103"/>
          </a:xfrm>
        </p:spPr>
        <p:txBody>
          <a:bodyPr/>
          <a:lstStyle>
            <a:lvl1pPr>
              <a:defRPr b="1"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4" name="TextBox 3"/>
          <p:cNvSpPr txBox="1"/>
          <p:nvPr userDrawn="1"/>
        </p:nvSpPr>
        <p:spPr>
          <a:xfrm>
            <a:off x="6528048" y="-531440"/>
            <a:ext cx="566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Tekstpagina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-2508956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Werken met tekst niveaus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436948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-2436948" y="205438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62" t="15444" r="5868" b="19995"/>
          <a:stretch/>
        </p:blipFill>
        <p:spPr bwMode="auto">
          <a:xfrm>
            <a:off x="-2310934" y="1272882"/>
            <a:ext cx="321174" cy="31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-2409976" y="476672"/>
            <a:ext cx="21332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Het UvA sjabloon heeft een aantal voorgeprogrammeerde tekst niveaus. Ga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‘Home’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‘Alinea’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om eenvoudig te schakelen tussen de verschillende niveaus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-1896800" y="1693275"/>
            <a:ext cx="10800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Niveau omlaag</a:t>
            </a:r>
            <a:endParaRPr lang="en-US" sz="9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1896888" y="1322862"/>
            <a:ext cx="10801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Niveau omhoog</a:t>
            </a:r>
            <a:endParaRPr lang="en-US" sz="9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" t="13612" r="47155" b="21827"/>
          <a:stretch/>
        </p:blipFill>
        <p:spPr bwMode="auto">
          <a:xfrm>
            <a:off x="-2310934" y="1628800"/>
            <a:ext cx="321174" cy="31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 userDrawn="1"/>
        </p:nvSpPr>
        <p:spPr>
          <a:xfrm>
            <a:off x="-2508956" y="2084657"/>
            <a:ext cx="13769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Tekstniveaus</a:t>
            </a:r>
            <a:endParaRPr lang="en-US" sz="1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-2166918" y="2453422"/>
            <a:ext cx="1854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>
                <a:latin typeface="+mj-lt"/>
                <a:cs typeface="Arial" panose="020B0604020202020204" pitchFamily="34" charset="0"/>
              </a:rPr>
              <a:t>Platte tekst (24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-2169590" y="2723262"/>
            <a:ext cx="1854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 err="1">
                <a:latin typeface="+mj-lt"/>
                <a:cs typeface="Arial" panose="020B0604020202020204" pitchFamily="34" charset="0"/>
              </a:rPr>
              <a:t>Bullet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 (24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-2083419" y="3023105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1" indent="-180975">
              <a:buFont typeface="Arial" panose="020B0604020202020204" pitchFamily="34" charset="0"/>
              <a:buChar char="•"/>
            </a:pPr>
            <a:r>
              <a:rPr lang="nl-NL" sz="1000" dirty="0">
                <a:latin typeface="+mj-lt"/>
                <a:cs typeface="Arial" panose="020B0604020202020204" pitchFamily="34" charset="0"/>
              </a:rPr>
              <a:t>Sub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Bullet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 (16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-2083419" y="3329531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Kopje (24 </a:t>
            </a:r>
            <a:r>
              <a:rPr lang="nl-NL" sz="1000" b="1" dirty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pt</a:t>
            </a:r>
            <a:r>
              <a:rPr lang="nl-NL" sz="10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b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-2093659" y="3636326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Kopje (16 </a:t>
            </a:r>
            <a:r>
              <a:rPr lang="nl-NL" sz="1000" i="1" dirty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pt</a:t>
            </a:r>
            <a:r>
              <a:rPr lang="nl-NL" sz="1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i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2425457" y="2431921"/>
            <a:ext cx="288032" cy="276999"/>
            <a:chOff x="12492689" y="2721406"/>
            <a:chExt cx="288032" cy="276999"/>
          </a:xfrm>
        </p:grpSpPr>
        <p:sp>
          <p:nvSpPr>
            <p:cNvPr id="20" name="Rectangle 19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/>
          <p:cNvGrpSpPr/>
          <p:nvPr userDrawn="1"/>
        </p:nvGrpSpPr>
        <p:grpSpPr>
          <a:xfrm>
            <a:off x="-2426044" y="2725767"/>
            <a:ext cx="288032" cy="276999"/>
            <a:chOff x="12492689" y="2721406"/>
            <a:chExt cx="288032" cy="276999"/>
          </a:xfrm>
        </p:grpSpPr>
        <p:sp>
          <p:nvSpPr>
            <p:cNvPr id="23" name="Rectangle 22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-2425457" y="3023105"/>
            <a:ext cx="288032" cy="276999"/>
            <a:chOff x="12492689" y="2721406"/>
            <a:chExt cx="288032" cy="276999"/>
          </a:xfrm>
        </p:grpSpPr>
        <p:sp>
          <p:nvSpPr>
            <p:cNvPr id="26" name="Rectangle 25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7"/>
          <p:cNvGrpSpPr/>
          <p:nvPr userDrawn="1"/>
        </p:nvGrpSpPr>
        <p:grpSpPr>
          <a:xfrm>
            <a:off x="-2425457" y="3329531"/>
            <a:ext cx="288032" cy="276999"/>
            <a:chOff x="12492689" y="2721406"/>
            <a:chExt cx="288032" cy="276999"/>
          </a:xfrm>
        </p:grpSpPr>
        <p:sp>
          <p:nvSpPr>
            <p:cNvPr id="29" name="Rectangle 28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oup 30"/>
          <p:cNvGrpSpPr/>
          <p:nvPr userDrawn="1"/>
        </p:nvGrpSpPr>
        <p:grpSpPr>
          <a:xfrm>
            <a:off x="-2427768" y="3630519"/>
            <a:ext cx="288032" cy="276999"/>
            <a:chOff x="12492689" y="2721406"/>
            <a:chExt cx="288032" cy="276999"/>
          </a:xfrm>
        </p:grpSpPr>
        <p:sp>
          <p:nvSpPr>
            <p:cNvPr id="32" name="Rectangle 31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705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9315" y="1980000"/>
            <a:ext cx="6398773" cy="46307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 useBgFill="1">
        <p:nvSpPr>
          <p:cNvPr id="9" name="Chart Placeholder 8">
            <a:extLst>
              <a:ext uri="{FF2B5EF4-FFF2-40B4-BE49-F238E27FC236}">
                <a16:creationId xmlns:a16="http://schemas.microsoft.com/office/drawing/2014/main" id="{006DB82F-8DD8-4627-ADF9-B9C04CE52499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7104063" y="1980000"/>
            <a:ext cx="4545012" cy="4630738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chart</a:t>
            </a:r>
            <a:endParaRPr lang="nl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3FEB5E-4A4C-4FFF-87D9-D1B9FD8CED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836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Picture Placeholder 9">
            <a:extLst>
              <a:ext uri="{FF2B5EF4-FFF2-40B4-BE49-F238E27FC236}">
                <a16:creationId xmlns:a16="http://schemas.microsoft.com/office/drawing/2014/main" id="{7D111C98-D5EF-4008-AE50-102F4F1993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56362" y="0"/>
            <a:ext cx="5735638" cy="6858000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600" y="907200"/>
            <a:ext cx="5616576" cy="936103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7496B7-E71A-4615-93AC-7A3B3AB33B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9600" y="1980000"/>
            <a:ext cx="5616576" cy="4249191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528048" y="-531440"/>
            <a:ext cx="566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 tekst + 50% afbeelding 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-2508956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Werken met tekst niveaus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-2436948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-2436948" y="205438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62" t="15444" r="5868" b="19995"/>
          <a:stretch/>
        </p:blipFill>
        <p:spPr bwMode="auto">
          <a:xfrm>
            <a:off x="-2310934" y="1272882"/>
            <a:ext cx="321174" cy="31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-2409976" y="476672"/>
            <a:ext cx="21332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Het UvA sjabloon heeft een aantal voorgeprogrammeerde tekst niveaus. Ga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‘Home’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‘Alinea’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om eenvoudig te schakelen tussen de verschillende niveaus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-1896800" y="1693275"/>
            <a:ext cx="10800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Niveau omlaag</a:t>
            </a:r>
            <a:endParaRPr lang="en-US" sz="9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-1896888" y="1322862"/>
            <a:ext cx="10801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Niveau omhoog</a:t>
            </a:r>
            <a:endParaRPr lang="en-US" sz="9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" t="13612" r="47155" b="21827"/>
          <a:stretch/>
        </p:blipFill>
        <p:spPr bwMode="auto">
          <a:xfrm>
            <a:off x="-2310934" y="1628800"/>
            <a:ext cx="321174" cy="31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-2508956" y="2084657"/>
            <a:ext cx="13769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Tekstniveaus</a:t>
            </a:r>
            <a:endParaRPr lang="en-US" sz="1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-2166918" y="2453422"/>
            <a:ext cx="1854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>
                <a:latin typeface="+mj-lt"/>
                <a:cs typeface="Arial" panose="020B0604020202020204" pitchFamily="34" charset="0"/>
              </a:rPr>
              <a:t>Platte tekst (24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-2169590" y="2723262"/>
            <a:ext cx="1854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 err="1">
                <a:latin typeface="+mj-lt"/>
                <a:cs typeface="Arial" panose="020B0604020202020204" pitchFamily="34" charset="0"/>
              </a:rPr>
              <a:t>Bullet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 (24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-2083419" y="3023105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1" indent="-180975">
              <a:buFont typeface="Arial" panose="020B0604020202020204" pitchFamily="34" charset="0"/>
              <a:buChar char="•"/>
            </a:pPr>
            <a:r>
              <a:rPr lang="nl-NL" sz="1000" dirty="0">
                <a:latin typeface="+mj-lt"/>
                <a:cs typeface="Arial" panose="020B0604020202020204" pitchFamily="34" charset="0"/>
              </a:rPr>
              <a:t>Sub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Bullet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 (16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-2083419" y="3329531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Kopje (24 </a:t>
            </a:r>
            <a:r>
              <a:rPr lang="nl-NL" sz="1000" b="1" dirty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pt</a:t>
            </a:r>
            <a:r>
              <a:rPr lang="nl-NL" sz="10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b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-2093659" y="3636326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Kopje (16 </a:t>
            </a:r>
            <a:r>
              <a:rPr lang="nl-NL" sz="1000" i="1" dirty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pt</a:t>
            </a:r>
            <a:r>
              <a:rPr lang="nl-NL" sz="1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i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2425457" y="2431921"/>
            <a:ext cx="288032" cy="276999"/>
            <a:chOff x="12492689" y="2721406"/>
            <a:chExt cx="288032" cy="276999"/>
          </a:xfrm>
        </p:grpSpPr>
        <p:sp>
          <p:nvSpPr>
            <p:cNvPr id="23" name="Rectangle 22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-2426044" y="2725767"/>
            <a:ext cx="288032" cy="276999"/>
            <a:chOff x="12492689" y="2721406"/>
            <a:chExt cx="288032" cy="276999"/>
          </a:xfrm>
        </p:grpSpPr>
        <p:sp>
          <p:nvSpPr>
            <p:cNvPr id="26" name="Rectangle 25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7"/>
          <p:cNvGrpSpPr/>
          <p:nvPr userDrawn="1"/>
        </p:nvGrpSpPr>
        <p:grpSpPr>
          <a:xfrm>
            <a:off x="-2425457" y="3023105"/>
            <a:ext cx="288032" cy="276999"/>
            <a:chOff x="12492689" y="2721406"/>
            <a:chExt cx="288032" cy="276999"/>
          </a:xfrm>
        </p:grpSpPr>
        <p:sp>
          <p:nvSpPr>
            <p:cNvPr id="29" name="Rectangle 28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oup 30"/>
          <p:cNvGrpSpPr/>
          <p:nvPr userDrawn="1"/>
        </p:nvGrpSpPr>
        <p:grpSpPr>
          <a:xfrm>
            <a:off x="-2425457" y="3329531"/>
            <a:ext cx="288032" cy="276999"/>
            <a:chOff x="12492689" y="2721406"/>
            <a:chExt cx="288032" cy="276999"/>
          </a:xfrm>
        </p:grpSpPr>
        <p:sp>
          <p:nvSpPr>
            <p:cNvPr id="32" name="Rectangle 31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/>
          <p:cNvGrpSpPr/>
          <p:nvPr userDrawn="1"/>
        </p:nvGrpSpPr>
        <p:grpSpPr>
          <a:xfrm>
            <a:off x="-2427768" y="3630519"/>
            <a:ext cx="288032" cy="276999"/>
            <a:chOff x="12492689" y="2721406"/>
            <a:chExt cx="288032" cy="276999"/>
          </a:xfrm>
        </p:grpSpPr>
        <p:sp>
          <p:nvSpPr>
            <p:cNvPr id="35" name="Rectangle 34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TextBox 36"/>
          <p:cNvSpPr txBox="1"/>
          <p:nvPr userDrawn="1"/>
        </p:nvSpPr>
        <p:spPr>
          <a:xfrm>
            <a:off x="12288688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invoegen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12360696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 userDrawn="1"/>
        </p:nvSpPr>
        <p:spPr>
          <a:xfrm>
            <a:off x="12792744" y="59724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Wijzig de afbeelding door de bestaande afbeelding te verwijderen. Klik op het pictogram dat vervolgens verschijnt om een afbeelding in te voegen.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752" y="1556792"/>
            <a:ext cx="381000" cy="381000"/>
          </a:xfrm>
          <a:prstGeom prst="rect">
            <a:avLst/>
          </a:prstGeom>
        </p:spPr>
      </p:pic>
      <p:sp>
        <p:nvSpPr>
          <p:cNvPr id="41" name="TextBox 40"/>
          <p:cNvSpPr txBox="1"/>
          <p:nvPr userDrawn="1"/>
        </p:nvSpPr>
        <p:spPr>
          <a:xfrm>
            <a:off x="12792744" y="2132856"/>
            <a:ext cx="1728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die u wilt invoegen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‘Invoegen’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397928" y="2192379"/>
            <a:ext cx="288032" cy="276999"/>
            <a:chOff x="12494133" y="2712391"/>
            <a:chExt cx="288032" cy="276999"/>
          </a:xfrm>
        </p:grpSpPr>
        <p:sp>
          <p:nvSpPr>
            <p:cNvPr id="43" name="Rectangle 42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2494133" y="2712391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Rectangle 44"/>
          <p:cNvSpPr/>
          <p:nvPr userDrawn="1"/>
        </p:nvSpPr>
        <p:spPr>
          <a:xfrm>
            <a:off x="12415930" y="670453"/>
            <a:ext cx="252028" cy="252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 userDrawn="1"/>
        </p:nvSpPr>
        <p:spPr>
          <a:xfrm>
            <a:off x="12397928" y="65796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 userDrawn="1"/>
        </p:nvSpPr>
        <p:spPr>
          <a:xfrm>
            <a:off x="12792744" y="2780928"/>
            <a:ext cx="17281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Wanneer je de afbeelding wilt schalen of verslepen, ga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‘Bijsnijden’.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Met de witte bolletjes schaal je de afbeelding, met de zwarte haakjes schaal je het afbeeldingskader.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520" y="4156050"/>
            <a:ext cx="2714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9" name="Straight Connector 48"/>
          <p:cNvCxnSpPr/>
          <p:nvPr userDrawn="1"/>
        </p:nvCxnSpPr>
        <p:spPr>
          <a:xfrm>
            <a:off x="12396700" y="471467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 userDrawn="1"/>
        </p:nvGrpSpPr>
        <p:grpSpPr>
          <a:xfrm>
            <a:off x="12397928" y="2837737"/>
            <a:ext cx="288032" cy="276999"/>
            <a:chOff x="12492689" y="2721406"/>
            <a:chExt cx="288032" cy="276999"/>
          </a:xfrm>
        </p:grpSpPr>
        <p:sp>
          <p:nvSpPr>
            <p:cNvPr id="51" name="Rectangle 50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3" name="Straight Connector 52"/>
          <p:cNvCxnSpPr/>
          <p:nvPr userDrawn="1"/>
        </p:nvCxnSpPr>
        <p:spPr>
          <a:xfrm>
            <a:off x="12396700" y="2708920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 userDrawn="1"/>
        </p:nvCxnSpPr>
        <p:spPr>
          <a:xfrm>
            <a:off x="12370968" y="2060848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76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5120">
          <p15:clr>
            <a:srgbClr val="FBAE40"/>
          </p15:clr>
        </p15:guide>
        <p15:guide id="4" pos="5423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0/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Picture Placeholder 9">
            <a:extLst>
              <a:ext uri="{FF2B5EF4-FFF2-40B4-BE49-F238E27FC236}">
                <a16:creationId xmlns:a16="http://schemas.microsoft.com/office/drawing/2014/main" id="{7D111C98-D5EF-4008-AE50-102F4F1993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16616" y="0"/>
            <a:ext cx="3475383" cy="6858000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600" y="907200"/>
            <a:ext cx="7992887" cy="936103"/>
          </a:xfrm>
        </p:spPr>
        <p:txBody>
          <a:bodyPr anchor="b"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7496B7-E71A-4615-93AC-7A3B3AB33B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9600" y="1980000"/>
            <a:ext cx="7992887" cy="4249191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528048" y="-531440"/>
            <a:ext cx="566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75% tekst + 25% afbeelding 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-2508956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Werken met tekst niveaus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-2436948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-2436948" y="205438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62" t="15444" r="5868" b="19995"/>
          <a:stretch/>
        </p:blipFill>
        <p:spPr bwMode="auto">
          <a:xfrm>
            <a:off x="-2310934" y="1272882"/>
            <a:ext cx="321174" cy="31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-2409976" y="476672"/>
            <a:ext cx="21332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Het UvA sjabloon heeft een aantal voorgeprogrammeerde tekst niveaus. Ga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‘Home’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‘Alinea’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om eenvoudig te schakelen tussen de verschillende niveaus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-1896800" y="1693275"/>
            <a:ext cx="10800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Niveau omlaag</a:t>
            </a:r>
            <a:endParaRPr lang="en-US" sz="9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-1896888" y="1322862"/>
            <a:ext cx="10801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Niveau omhoog</a:t>
            </a:r>
            <a:endParaRPr lang="en-US" sz="9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" t="13612" r="47155" b="21827"/>
          <a:stretch/>
        </p:blipFill>
        <p:spPr bwMode="auto">
          <a:xfrm>
            <a:off x="-2310934" y="1628800"/>
            <a:ext cx="321174" cy="31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-2508956" y="2084657"/>
            <a:ext cx="13769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Tekstniveaus</a:t>
            </a:r>
            <a:endParaRPr lang="en-US" sz="1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-2166918" y="2453422"/>
            <a:ext cx="1854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>
                <a:latin typeface="+mj-lt"/>
                <a:cs typeface="Arial" panose="020B0604020202020204" pitchFamily="34" charset="0"/>
              </a:rPr>
              <a:t>Platte tekst (24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-2169590" y="2723262"/>
            <a:ext cx="1854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 err="1">
                <a:latin typeface="+mj-lt"/>
                <a:cs typeface="Arial" panose="020B0604020202020204" pitchFamily="34" charset="0"/>
              </a:rPr>
              <a:t>Bullet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 (24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-2083419" y="3023105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1" indent="-180975">
              <a:buFont typeface="Arial" panose="020B0604020202020204" pitchFamily="34" charset="0"/>
              <a:buChar char="•"/>
            </a:pPr>
            <a:r>
              <a:rPr lang="nl-NL" sz="1000" dirty="0">
                <a:latin typeface="+mj-lt"/>
                <a:cs typeface="Arial" panose="020B0604020202020204" pitchFamily="34" charset="0"/>
              </a:rPr>
              <a:t>Sub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Bullet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 (16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-2083419" y="3329531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Kopje (24 </a:t>
            </a:r>
            <a:r>
              <a:rPr lang="nl-NL" sz="1000" b="1" dirty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pt</a:t>
            </a:r>
            <a:r>
              <a:rPr lang="nl-NL" sz="10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b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-2093659" y="3636326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Kopje (16 </a:t>
            </a:r>
            <a:r>
              <a:rPr lang="nl-NL" sz="1000" i="1" dirty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pt</a:t>
            </a:r>
            <a:r>
              <a:rPr lang="nl-NL" sz="1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i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2425457" y="2431921"/>
            <a:ext cx="288032" cy="276999"/>
            <a:chOff x="12492689" y="2721406"/>
            <a:chExt cx="288032" cy="276999"/>
          </a:xfrm>
        </p:grpSpPr>
        <p:sp>
          <p:nvSpPr>
            <p:cNvPr id="23" name="Rectangle 22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-2426044" y="2725767"/>
            <a:ext cx="288032" cy="276999"/>
            <a:chOff x="12492689" y="2721406"/>
            <a:chExt cx="288032" cy="276999"/>
          </a:xfrm>
        </p:grpSpPr>
        <p:sp>
          <p:nvSpPr>
            <p:cNvPr id="26" name="Rectangle 25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7"/>
          <p:cNvGrpSpPr/>
          <p:nvPr userDrawn="1"/>
        </p:nvGrpSpPr>
        <p:grpSpPr>
          <a:xfrm>
            <a:off x="-2425457" y="3023105"/>
            <a:ext cx="288032" cy="276999"/>
            <a:chOff x="12492689" y="2721406"/>
            <a:chExt cx="288032" cy="276999"/>
          </a:xfrm>
        </p:grpSpPr>
        <p:sp>
          <p:nvSpPr>
            <p:cNvPr id="29" name="Rectangle 28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oup 30"/>
          <p:cNvGrpSpPr/>
          <p:nvPr userDrawn="1"/>
        </p:nvGrpSpPr>
        <p:grpSpPr>
          <a:xfrm>
            <a:off x="-2425457" y="3329531"/>
            <a:ext cx="288032" cy="276999"/>
            <a:chOff x="12492689" y="2721406"/>
            <a:chExt cx="288032" cy="276999"/>
          </a:xfrm>
        </p:grpSpPr>
        <p:sp>
          <p:nvSpPr>
            <p:cNvPr id="32" name="Rectangle 31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/>
          <p:cNvGrpSpPr/>
          <p:nvPr userDrawn="1"/>
        </p:nvGrpSpPr>
        <p:grpSpPr>
          <a:xfrm>
            <a:off x="-2427768" y="3630519"/>
            <a:ext cx="288032" cy="276999"/>
            <a:chOff x="12492689" y="2721406"/>
            <a:chExt cx="288032" cy="276999"/>
          </a:xfrm>
        </p:grpSpPr>
        <p:sp>
          <p:nvSpPr>
            <p:cNvPr id="35" name="Rectangle 34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TextBox 36"/>
          <p:cNvSpPr txBox="1"/>
          <p:nvPr userDrawn="1"/>
        </p:nvSpPr>
        <p:spPr>
          <a:xfrm>
            <a:off x="12288688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invoegen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12360696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 userDrawn="1"/>
        </p:nvSpPr>
        <p:spPr>
          <a:xfrm>
            <a:off x="12792744" y="59724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Wijzig de afbeelding door de bestaande afbeelding te verwijderen. Klik op het pictogram dat vervolgens verschijnt om een afbeelding in te voegen.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752" y="1556792"/>
            <a:ext cx="381000" cy="381000"/>
          </a:xfrm>
          <a:prstGeom prst="rect">
            <a:avLst/>
          </a:prstGeom>
        </p:spPr>
      </p:pic>
      <p:sp>
        <p:nvSpPr>
          <p:cNvPr id="41" name="TextBox 40"/>
          <p:cNvSpPr txBox="1"/>
          <p:nvPr userDrawn="1"/>
        </p:nvSpPr>
        <p:spPr>
          <a:xfrm>
            <a:off x="12792744" y="2132856"/>
            <a:ext cx="1728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die u wilt invoegen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‘Invoegen’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397928" y="2192379"/>
            <a:ext cx="288032" cy="276999"/>
            <a:chOff x="12494133" y="2712391"/>
            <a:chExt cx="288032" cy="276999"/>
          </a:xfrm>
        </p:grpSpPr>
        <p:sp>
          <p:nvSpPr>
            <p:cNvPr id="43" name="Rectangle 42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2494133" y="2712391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Rectangle 44"/>
          <p:cNvSpPr/>
          <p:nvPr userDrawn="1"/>
        </p:nvSpPr>
        <p:spPr>
          <a:xfrm>
            <a:off x="12415930" y="670453"/>
            <a:ext cx="252028" cy="252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 userDrawn="1"/>
        </p:nvSpPr>
        <p:spPr>
          <a:xfrm>
            <a:off x="12397928" y="65796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 userDrawn="1"/>
        </p:nvSpPr>
        <p:spPr>
          <a:xfrm>
            <a:off x="12792744" y="2780928"/>
            <a:ext cx="17281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Wanneer je de afbeelding wilt schalen of verslepen, ga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‘Bijsnijden’.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Met de witte bolletjes schaal je de afbeelding, met de zwarte haakjes schaal je het afbeeldingskader.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520" y="4156050"/>
            <a:ext cx="2714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9" name="Straight Connector 48"/>
          <p:cNvCxnSpPr/>
          <p:nvPr userDrawn="1"/>
        </p:nvCxnSpPr>
        <p:spPr>
          <a:xfrm>
            <a:off x="12396700" y="471467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 userDrawn="1"/>
        </p:nvGrpSpPr>
        <p:grpSpPr>
          <a:xfrm>
            <a:off x="12397928" y="2837737"/>
            <a:ext cx="288032" cy="276999"/>
            <a:chOff x="12492689" y="2721406"/>
            <a:chExt cx="288032" cy="276999"/>
          </a:xfrm>
        </p:grpSpPr>
        <p:sp>
          <p:nvSpPr>
            <p:cNvPr id="51" name="Rectangle 50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3" name="Straight Connector 52"/>
          <p:cNvCxnSpPr/>
          <p:nvPr userDrawn="1"/>
        </p:nvCxnSpPr>
        <p:spPr>
          <a:xfrm>
            <a:off x="12396700" y="2708920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 userDrawn="1"/>
        </p:nvCxnSpPr>
        <p:spPr>
          <a:xfrm>
            <a:off x="12370968" y="2060848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201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13">
          <p15:clr>
            <a:srgbClr val="FBAE40"/>
          </p15:clr>
        </p15:guide>
        <p15:guide id="3" pos="548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eldslide me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15" y="907200"/>
            <a:ext cx="11159196" cy="58989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8DD10328-45F6-471F-834D-92E7E7ED225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1556792"/>
            <a:ext cx="12192000" cy="5301208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marL="0" indent="0" algn="ctr">
              <a:buNone/>
              <a:defRPr sz="32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>
        <p:nvSpPr>
          <p:cNvPr id="27" name="TextBox 26"/>
          <p:cNvSpPr txBox="1"/>
          <p:nvPr userDrawn="1"/>
        </p:nvSpPr>
        <p:spPr>
          <a:xfrm>
            <a:off x="6528048" y="-531440"/>
            <a:ext cx="566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baseline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met titel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12288688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invoegen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12360696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 userDrawn="1"/>
        </p:nvSpPr>
        <p:spPr>
          <a:xfrm>
            <a:off x="12792744" y="59724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Wijzig de afbeelding door de bestaande afbeelding te verwijderen. Klik op het pictogram dat vervolgens verschijnt om een afbeelding in te voegen.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752" y="1556792"/>
            <a:ext cx="381000" cy="381000"/>
          </a:xfrm>
          <a:prstGeom prst="rect">
            <a:avLst/>
          </a:prstGeom>
        </p:spPr>
      </p:pic>
      <p:sp>
        <p:nvSpPr>
          <p:cNvPr id="32" name="TextBox 31"/>
          <p:cNvSpPr txBox="1"/>
          <p:nvPr userDrawn="1"/>
        </p:nvSpPr>
        <p:spPr>
          <a:xfrm>
            <a:off x="12792744" y="2132856"/>
            <a:ext cx="1728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die u wilt invoegen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‘Invoegen’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12397928" y="2192379"/>
            <a:ext cx="288032" cy="276999"/>
            <a:chOff x="12494133" y="2712391"/>
            <a:chExt cx="288032" cy="276999"/>
          </a:xfrm>
        </p:grpSpPr>
        <p:sp>
          <p:nvSpPr>
            <p:cNvPr id="34" name="Rectangle 33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494133" y="2712391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Rectangle 35"/>
          <p:cNvSpPr/>
          <p:nvPr userDrawn="1"/>
        </p:nvSpPr>
        <p:spPr>
          <a:xfrm>
            <a:off x="12415930" y="670453"/>
            <a:ext cx="252028" cy="252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 userDrawn="1"/>
        </p:nvSpPr>
        <p:spPr>
          <a:xfrm>
            <a:off x="12397928" y="65796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 userDrawn="1"/>
        </p:nvSpPr>
        <p:spPr>
          <a:xfrm>
            <a:off x="12792744" y="2780928"/>
            <a:ext cx="17281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Wanneer je de afbeelding wilt schalen of verslepen, ga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‘Bijsnijden’.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Met de witte bolletjes schaal je de afbeelding, met de zwarte haakjes schaal je het afbeeldingskader.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520" y="4156050"/>
            <a:ext cx="2714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" name="Straight Connector 39"/>
          <p:cNvCxnSpPr/>
          <p:nvPr userDrawn="1"/>
        </p:nvCxnSpPr>
        <p:spPr>
          <a:xfrm>
            <a:off x="12396700" y="471467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 userDrawn="1"/>
        </p:nvGrpSpPr>
        <p:grpSpPr>
          <a:xfrm>
            <a:off x="12397928" y="2837737"/>
            <a:ext cx="288032" cy="276999"/>
            <a:chOff x="12492689" y="2721406"/>
            <a:chExt cx="288032" cy="276999"/>
          </a:xfrm>
        </p:grpSpPr>
        <p:sp>
          <p:nvSpPr>
            <p:cNvPr id="42" name="Rectangle 41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4" name="Straight Connector 43"/>
          <p:cNvCxnSpPr/>
          <p:nvPr userDrawn="1"/>
        </p:nvCxnSpPr>
        <p:spPr>
          <a:xfrm>
            <a:off x="12396700" y="2708920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 userDrawn="1"/>
        </p:nvCxnSpPr>
        <p:spPr>
          <a:xfrm>
            <a:off x="12370968" y="2060848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30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eld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4797152"/>
            <a:ext cx="8136904" cy="1368152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 useBgFill="1"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12192000" cy="6855555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marL="0" indent="0" algn="ctr">
              <a:buNone/>
              <a:defRPr sz="32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>
        <p:nvSpPr>
          <p:cNvPr id="27" name="TextBox 26"/>
          <p:cNvSpPr txBox="1"/>
          <p:nvPr userDrawn="1"/>
        </p:nvSpPr>
        <p:spPr>
          <a:xfrm>
            <a:off x="6528048" y="-531440"/>
            <a:ext cx="566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Tussenpagina</a:t>
            </a:r>
            <a:r>
              <a:rPr lang="nl-NL" b="1" baseline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afbeelding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12288688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invoegen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12360696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 userDrawn="1"/>
        </p:nvSpPr>
        <p:spPr>
          <a:xfrm>
            <a:off x="12792744" y="59724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Wijzig de afbeelding door de bestaande afbeelding te verwijderen. Klik op het pictogram dat vervolgens verschijnt om een afbeelding in te voegen.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752" y="1556792"/>
            <a:ext cx="381000" cy="381000"/>
          </a:xfrm>
          <a:prstGeom prst="rect">
            <a:avLst/>
          </a:prstGeom>
        </p:spPr>
      </p:pic>
      <p:sp>
        <p:nvSpPr>
          <p:cNvPr id="32" name="TextBox 31"/>
          <p:cNvSpPr txBox="1"/>
          <p:nvPr userDrawn="1"/>
        </p:nvSpPr>
        <p:spPr>
          <a:xfrm>
            <a:off x="12792744" y="2132856"/>
            <a:ext cx="1728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die u wilt invoegen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‘Invoegen’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12397928" y="2192379"/>
            <a:ext cx="288032" cy="276999"/>
            <a:chOff x="12494133" y="2712391"/>
            <a:chExt cx="288032" cy="276999"/>
          </a:xfrm>
        </p:grpSpPr>
        <p:sp>
          <p:nvSpPr>
            <p:cNvPr id="34" name="Rectangle 33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494133" y="2712391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Rectangle 35"/>
          <p:cNvSpPr/>
          <p:nvPr userDrawn="1"/>
        </p:nvSpPr>
        <p:spPr>
          <a:xfrm>
            <a:off x="12415930" y="670453"/>
            <a:ext cx="252028" cy="252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 userDrawn="1"/>
        </p:nvSpPr>
        <p:spPr>
          <a:xfrm>
            <a:off x="12397928" y="65796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 userDrawn="1"/>
        </p:nvSpPr>
        <p:spPr>
          <a:xfrm>
            <a:off x="12792744" y="2780928"/>
            <a:ext cx="17281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Wanneer je de afbeelding wilt schalen of verslepen, ga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‘Bijsnijden’.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Met de witte bolletjes schaal je de afbeelding, met de zwarte haakjes schaal je het afbeeldingskader.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520" y="4156050"/>
            <a:ext cx="2714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" name="Straight Connector 39"/>
          <p:cNvCxnSpPr/>
          <p:nvPr userDrawn="1"/>
        </p:nvCxnSpPr>
        <p:spPr>
          <a:xfrm>
            <a:off x="12396700" y="471467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 userDrawn="1"/>
        </p:nvGrpSpPr>
        <p:grpSpPr>
          <a:xfrm>
            <a:off x="12397928" y="2837737"/>
            <a:ext cx="288032" cy="276999"/>
            <a:chOff x="12492689" y="2721406"/>
            <a:chExt cx="288032" cy="276999"/>
          </a:xfrm>
        </p:grpSpPr>
        <p:sp>
          <p:nvSpPr>
            <p:cNvPr id="42" name="Rectangle 41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4" name="Straight Connector 43"/>
          <p:cNvCxnSpPr/>
          <p:nvPr userDrawn="1"/>
        </p:nvCxnSpPr>
        <p:spPr>
          <a:xfrm>
            <a:off x="12396700" y="2708920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 userDrawn="1"/>
        </p:nvCxnSpPr>
        <p:spPr>
          <a:xfrm>
            <a:off x="12370968" y="2060848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582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slide 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D21EEC-E4A5-40DE-861A-A5D2970A8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 useBgFill="1">
        <p:nvSpPr>
          <p:cNvPr id="8" name="Picture Placeholder 7">
            <a:extLst>
              <a:ext uri="{FF2B5EF4-FFF2-40B4-BE49-F238E27FC236}">
                <a16:creationId xmlns:a16="http://schemas.microsoft.com/office/drawing/2014/main" id="{ED60D2CD-D95E-4DE8-81CF-F42051EAC35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6263" y="2355850"/>
            <a:ext cx="2395537" cy="2414588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 useBgFill="1">
        <p:nvSpPr>
          <p:cNvPr id="9" name="Picture Placeholder 7">
            <a:extLst>
              <a:ext uri="{FF2B5EF4-FFF2-40B4-BE49-F238E27FC236}">
                <a16:creationId xmlns:a16="http://schemas.microsoft.com/office/drawing/2014/main" id="{4769E892-37BD-4E39-8C67-8E1525991DF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21413" y="2364240"/>
            <a:ext cx="2416175" cy="2406198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F43F37-6578-4009-AFA1-F16E909D77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461" y="2355850"/>
            <a:ext cx="2905539" cy="241458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lang="en-US" sz="1800" i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9063" indent="-119063">
              <a:tabLst/>
              <a:defRPr sz="12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1825921-4BAC-4A30-9D68-5E3CC234D6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2972" y="2355850"/>
            <a:ext cx="2905539" cy="241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lang="en-US" sz="1800" i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9063" indent="-119063">
              <a:tabLst/>
              <a:defRPr sz="12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6528048" y="-531440"/>
            <a:ext cx="566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Introductiepagina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-2508956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Werken met tekst niveaus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-2436948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 userDrawn="1"/>
        </p:nvCxnSpPr>
        <p:spPr>
          <a:xfrm>
            <a:off x="-2436948" y="205438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62" t="15444" r="5868" b="19995"/>
          <a:stretch/>
        </p:blipFill>
        <p:spPr bwMode="auto">
          <a:xfrm>
            <a:off x="-2310934" y="1272882"/>
            <a:ext cx="321174" cy="31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38"/>
          <p:cNvSpPr txBox="1"/>
          <p:nvPr userDrawn="1"/>
        </p:nvSpPr>
        <p:spPr>
          <a:xfrm>
            <a:off x="-2409976" y="476672"/>
            <a:ext cx="21332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Het UvA sjabloon heeft een aantal voorgeprogrammeerde tekst niveaus. Ga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‘Home’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‘Alinea’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om eenvoudig te schakelen tussen de verschillende niveaus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1896800" y="1693275"/>
            <a:ext cx="10800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Niveau omlaag</a:t>
            </a:r>
            <a:endParaRPr lang="en-US" sz="9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-1896888" y="1322862"/>
            <a:ext cx="10801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Niveau omhoog</a:t>
            </a:r>
            <a:endParaRPr lang="en-US" sz="9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" t="13612" r="47155" b="21827"/>
          <a:stretch/>
        </p:blipFill>
        <p:spPr bwMode="auto">
          <a:xfrm>
            <a:off x="-2310934" y="1628800"/>
            <a:ext cx="321174" cy="31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TextBox 42"/>
          <p:cNvSpPr txBox="1"/>
          <p:nvPr userDrawn="1"/>
        </p:nvSpPr>
        <p:spPr>
          <a:xfrm>
            <a:off x="-2508956" y="2084657"/>
            <a:ext cx="13769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Tekstniveaus</a:t>
            </a:r>
            <a:endParaRPr lang="en-US" sz="1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 userDrawn="1"/>
        </p:nvSpPr>
        <p:spPr>
          <a:xfrm>
            <a:off x="-2166918" y="2453422"/>
            <a:ext cx="1854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>
                <a:latin typeface="+mj-lt"/>
                <a:cs typeface="Arial" panose="020B0604020202020204" pitchFamily="34" charset="0"/>
              </a:rPr>
              <a:t>Platte tekst (24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 userDrawn="1"/>
        </p:nvSpPr>
        <p:spPr>
          <a:xfrm>
            <a:off x="-2169590" y="2723262"/>
            <a:ext cx="1854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 err="1">
                <a:latin typeface="+mj-lt"/>
                <a:cs typeface="Arial" panose="020B0604020202020204" pitchFamily="34" charset="0"/>
              </a:rPr>
              <a:t>Bullet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 (24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 userDrawn="1"/>
        </p:nvSpPr>
        <p:spPr>
          <a:xfrm>
            <a:off x="-2083419" y="3023105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1" indent="-180975">
              <a:buFont typeface="Arial" panose="020B0604020202020204" pitchFamily="34" charset="0"/>
              <a:buChar char="•"/>
            </a:pPr>
            <a:r>
              <a:rPr lang="nl-NL" sz="1000" dirty="0">
                <a:latin typeface="+mj-lt"/>
                <a:cs typeface="Arial" panose="020B0604020202020204" pitchFamily="34" charset="0"/>
              </a:rPr>
              <a:t>Sub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Bullet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 (16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 userDrawn="1"/>
        </p:nvSpPr>
        <p:spPr>
          <a:xfrm>
            <a:off x="-2083419" y="3329531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Kopje (24 </a:t>
            </a:r>
            <a:r>
              <a:rPr lang="nl-NL" sz="1000" b="1" dirty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pt</a:t>
            </a:r>
            <a:r>
              <a:rPr lang="nl-NL" sz="10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b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 userDrawn="1"/>
        </p:nvSpPr>
        <p:spPr>
          <a:xfrm>
            <a:off x="-2093659" y="3636326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Kopje (16 </a:t>
            </a:r>
            <a:r>
              <a:rPr lang="nl-NL" sz="1000" i="1" dirty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pt</a:t>
            </a:r>
            <a:r>
              <a:rPr lang="nl-NL" sz="1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i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49" name="Group 48"/>
          <p:cNvGrpSpPr/>
          <p:nvPr userDrawn="1"/>
        </p:nvGrpSpPr>
        <p:grpSpPr>
          <a:xfrm>
            <a:off x="-2425457" y="2431921"/>
            <a:ext cx="288032" cy="276999"/>
            <a:chOff x="12492689" y="2721406"/>
            <a:chExt cx="288032" cy="276999"/>
          </a:xfrm>
        </p:grpSpPr>
        <p:sp>
          <p:nvSpPr>
            <p:cNvPr id="50" name="Rectangle 49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2" name="Group 51"/>
          <p:cNvGrpSpPr/>
          <p:nvPr userDrawn="1"/>
        </p:nvGrpSpPr>
        <p:grpSpPr>
          <a:xfrm>
            <a:off x="-2426044" y="2725767"/>
            <a:ext cx="288032" cy="276999"/>
            <a:chOff x="12492689" y="2721406"/>
            <a:chExt cx="288032" cy="276999"/>
          </a:xfrm>
        </p:grpSpPr>
        <p:sp>
          <p:nvSpPr>
            <p:cNvPr id="53" name="Rectangle 52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5" name="Group 54"/>
          <p:cNvGrpSpPr/>
          <p:nvPr userDrawn="1"/>
        </p:nvGrpSpPr>
        <p:grpSpPr>
          <a:xfrm>
            <a:off x="-2425457" y="3023105"/>
            <a:ext cx="288032" cy="276999"/>
            <a:chOff x="12492689" y="2721406"/>
            <a:chExt cx="288032" cy="276999"/>
          </a:xfrm>
        </p:grpSpPr>
        <p:sp>
          <p:nvSpPr>
            <p:cNvPr id="56" name="Rectangle 55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8" name="Group 57"/>
          <p:cNvGrpSpPr/>
          <p:nvPr userDrawn="1"/>
        </p:nvGrpSpPr>
        <p:grpSpPr>
          <a:xfrm>
            <a:off x="-2425457" y="3329531"/>
            <a:ext cx="288032" cy="276999"/>
            <a:chOff x="12492689" y="2721406"/>
            <a:chExt cx="288032" cy="276999"/>
          </a:xfrm>
        </p:grpSpPr>
        <p:sp>
          <p:nvSpPr>
            <p:cNvPr id="59" name="Rectangle 58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1" name="Group 60"/>
          <p:cNvGrpSpPr/>
          <p:nvPr userDrawn="1"/>
        </p:nvGrpSpPr>
        <p:grpSpPr>
          <a:xfrm>
            <a:off x="-2427768" y="3630519"/>
            <a:ext cx="288032" cy="276999"/>
            <a:chOff x="12492689" y="2721406"/>
            <a:chExt cx="288032" cy="276999"/>
          </a:xfrm>
        </p:grpSpPr>
        <p:sp>
          <p:nvSpPr>
            <p:cNvPr id="62" name="Rectangle 61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2" name="TextBox 81"/>
          <p:cNvSpPr txBox="1"/>
          <p:nvPr userDrawn="1"/>
        </p:nvSpPr>
        <p:spPr>
          <a:xfrm>
            <a:off x="12288688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invoegen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3" name="Straight Connector 82"/>
          <p:cNvCxnSpPr/>
          <p:nvPr userDrawn="1"/>
        </p:nvCxnSpPr>
        <p:spPr>
          <a:xfrm>
            <a:off x="12360696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 userDrawn="1"/>
        </p:nvSpPr>
        <p:spPr>
          <a:xfrm>
            <a:off x="12792744" y="59724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Wijzig de afbeelding door de bestaande afbeelding te verwijderen. Klik op het pictogram dat vervolgens verschijnt om een afbeelding in te voegen.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5" name="Picture 8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752" y="1556792"/>
            <a:ext cx="381000" cy="381000"/>
          </a:xfrm>
          <a:prstGeom prst="rect">
            <a:avLst/>
          </a:prstGeom>
        </p:spPr>
      </p:pic>
      <p:sp>
        <p:nvSpPr>
          <p:cNvPr id="86" name="TextBox 85"/>
          <p:cNvSpPr txBox="1"/>
          <p:nvPr userDrawn="1"/>
        </p:nvSpPr>
        <p:spPr>
          <a:xfrm>
            <a:off x="12792744" y="2132856"/>
            <a:ext cx="1728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die u wilt invoegen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‘Invoegen’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7" name="Group 86"/>
          <p:cNvGrpSpPr/>
          <p:nvPr userDrawn="1"/>
        </p:nvGrpSpPr>
        <p:grpSpPr>
          <a:xfrm>
            <a:off x="12397928" y="2192379"/>
            <a:ext cx="288032" cy="276999"/>
            <a:chOff x="12494133" y="2712391"/>
            <a:chExt cx="288032" cy="276999"/>
          </a:xfrm>
        </p:grpSpPr>
        <p:sp>
          <p:nvSpPr>
            <p:cNvPr id="88" name="Rectangle 87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2494133" y="2712391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0" name="Rectangle 89"/>
          <p:cNvSpPr/>
          <p:nvPr userDrawn="1"/>
        </p:nvSpPr>
        <p:spPr>
          <a:xfrm>
            <a:off x="12415930" y="670453"/>
            <a:ext cx="252028" cy="252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 userDrawn="1"/>
        </p:nvSpPr>
        <p:spPr>
          <a:xfrm>
            <a:off x="12397928" y="65796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 userDrawn="1"/>
        </p:nvSpPr>
        <p:spPr>
          <a:xfrm>
            <a:off x="12792744" y="2780928"/>
            <a:ext cx="17281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Wanneer je de afbeelding wilt schalen of verslepen, ga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‘Bijsnijden’.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Met de witte bolletjes schaal je de afbeelding, met de zwarte haakjes schaal je het afbeeldingskader.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3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520" y="4156050"/>
            <a:ext cx="2714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4" name="Straight Connector 93"/>
          <p:cNvCxnSpPr/>
          <p:nvPr userDrawn="1"/>
        </p:nvCxnSpPr>
        <p:spPr>
          <a:xfrm>
            <a:off x="12396700" y="471467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/>
          <p:cNvGrpSpPr/>
          <p:nvPr userDrawn="1"/>
        </p:nvGrpSpPr>
        <p:grpSpPr>
          <a:xfrm>
            <a:off x="12397928" y="2837737"/>
            <a:ext cx="288032" cy="276999"/>
            <a:chOff x="12492689" y="2721406"/>
            <a:chExt cx="288032" cy="276999"/>
          </a:xfrm>
        </p:grpSpPr>
        <p:sp>
          <p:nvSpPr>
            <p:cNvPr id="96" name="Rectangle 95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98" name="Straight Connector 97"/>
          <p:cNvCxnSpPr/>
          <p:nvPr userDrawn="1"/>
        </p:nvCxnSpPr>
        <p:spPr>
          <a:xfrm>
            <a:off x="12396700" y="2708920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 userDrawn="1"/>
        </p:nvCxnSpPr>
        <p:spPr>
          <a:xfrm>
            <a:off x="12370968" y="2060848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520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5225">
          <p15:clr>
            <a:srgbClr val="FBAE40"/>
          </p15:clr>
        </p15:guide>
        <p15:guide id="8" pos="7255">
          <p15:clr>
            <a:srgbClr val="FBAE40"/>
          </p15:clr>
        </p15:guide>
        <p15:guide id="9" pos="2496">
          <p15:clr>
            <a:srgbClr val="FBAE40"/>
          </p15:clr>
        </p15:guide>
        <p15:guide id="10" pos="484">
          <p15:clr>
            <a:srgbClr val="FBAE40"/>
          </p15:clr>
        </p15:guide>
        <p15:guide id="13" pos="3919" userDrawn="1">
          <p15:clr>
            <a:srgbClr val="FBAE40"/>
          </p15:clr>
        </p15:guide>
        <p15:guide id="14" pos="5441" userDrawn="1">
          <p15:clr>
            <a:srgbClr val="FBAE40"/>
          </p15:clr>
        </p15:guide>
        <p15:guide id="15" pos="1872" userDrawn="1">
          <p15:clr>
            <a:srgbClr val="FBAE40"/>
          </p15:clr>
        </p15:guide>
        <p15:guide id="16" pos="363" userDrawn="1">
          <p15:clr>
            <a:srgbClr val="FBAE40"/>
          </p15:clr>
        </p15:guide>
        <p15:guide id="17" orient="horz" pos="1484" userDrawn="1">
          <p15:clr>
            <a:srgbClr val="FBAE40"/>
          </p15:clr>
        </p15:guide>
        <p15:guide id="18" orient="horz" pos="30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a/Introductieslide 4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D21EEC-E4A5-40DE-861A-A5D2970A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15" y="907200"/>
            <a:ext cx="11159196" cy="936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 useBgFill="1">
        <p:nvSpPr>
          <p:cNvPr id="8" name="Picture Placeholder 7">
            <a:extLst>
              <a:ext uri="{FF2B5EF4-FFF2-40B4-BE49-F238E27FC236}">
                <a16:creationId xmlns:a16="http://schemas.microsoft.com/office/drawing/2014/main" id="{ED60D2CD-D95E-4DE8-81CF-F42051EAC35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60690" y="1933507"/>
            <a:ext cx="2415600" cy="2431597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 useBgFill="1">
        <p:nvSpPr>
          <p:cNvPr id="9" name="Picture Placeholder 7">
            <a:extLst>
              <a:ext uri="{FF2B5EF4-FFF2-40B4-BE49-F238E27FC236}">
                <a16:creationId xmlns:a16="http://schemas.microsoft.com/office/drawing/2014/main" id="{4769E892-37BD-4E39-8C67-8E1525991DF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4200" y="1933507"/>
            <a:ext cx="2416175" cy="2431597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F43F37-6578-4009-AFA1-F16E909D77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4433068"/>
            <a:ext cx="2416175" cy="23083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lang="en-US" sz="1800" i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9063" indent="-119063">
              <a:tabLst/>
              <a:defRPr sz="12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1825921-4BAC-4A30-9D68-5E3CC234D6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91625" y="4433068"/>
            <a:ext cx="2412355" cy="23083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lang="en-US" sz="1800" i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9063" indent="-119063">
              <a:tabLst/>
              <a:defRPr sz="12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 useBgFill="1">
        <p:nvSpPr>
          <p:cNvPr id="10" name="Picture Placeholder 7">
            <a:extLst>
              <a:ext uri="{FF2B5EF4-FFF2-40B4-BE49-F238E27FC236}">
                <a16:creationId xmlns:a16="http://schemas.microsoft.com/office/drawing/2014/main" id="{35C5B6DC-BE5E-43A2-941D-79AA88A715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15178" y="1933507"/>
            <a:ext cx="2415600" cy="2431597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 useBgFill="1">
        <p:nvSpPr>
          <p:cNvPr id="13" name="Picture Placeholder 7">
            <a:extLst>
              <a:ext uri="{FF2B5EF4-FFF2-40B4-BE49-F238E27FC236}">
                <a16:creationId xmlns:a16="http://schemas.microsoft.com/office/drawing/2014/main" id="{282B1D46-10CA-47BE-8746-C599AF7EAF2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91625" y="1933507"/>
            <a:ext cx="2416175" cy="2431596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D248D55-288A-4EC0-AC4C-C8DA816AB3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50506" y="4433068"/>
            <a:ext cx="2416175" cy="23083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lang="en-US" sz="1800" i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9063" indent="-119063">
              <a:tabLst/>
              <a:defRPr sz="12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A808D4E-A7D5-418F-9DB7-994EFE72ED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5319" y="4433068"/>
            <a:ext cx="2416175" cy="23083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lang="en-US" sz="1800" i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9063" indent="-119063">
              <a:tabLst/>
              <a:defRPr sz="12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2508956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Werken met tekst niveaus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-2436948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-2436948" y="205438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62" t="15444" r="5868" b="19995"/>
          <a:stretch/>
        </p:blipFill>
        <p:spPr bwMode="auto">
          <a:xfrm>
            <a:off x="-2310934" y="1272882"/>
            <a:ext cx="321174" cy="31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 userDrawn="1"/>
        </p:nvSpPr>
        <p:spPr>
          <a:xfrm>
            <a:off x="-2409976" y="476672"/>
            <a:ext cx="21332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Het UvA sjabloon heeft een aantal voorgeprogrammeerde tekst niveaus. Ga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‘Home’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‘Alinea’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om eenvoudig te schakelen tussen de verschillende niveaus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-1896800" y="1693275"/>
            <a:ext cx="10800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Niveau omlaag</a:t>
            </a:r>
            <a:endParaRPr lang="en-US" sz="9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-1896888" y="1322862"/>
            <a:ext cx="10801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Niveau omhoog</a:t>
            </a:r>
            <a:endParaRPr lang="en-US" sz="9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" t="13612" r="47155" b="21827"/>
          <a:stretch/>
        </p:blipFill>
        <p:spPr bwMode="auto">
          <a:xfrm>
            <a:off x="-2310934" y="1628800"/>
            <a:ext cx="321174" cy="31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 userDrawn="1"/>
        </p:nvSpPr>
        <p:spPr>
          <a:xfrm>
            <a:off x="-2508956" y="2084657"/>
            <a:ext cx="13769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Tekstniveaus</a:t>
            </a:r>
            <a:endParaRPr lang="en-US" sz="1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 userDrawn="1"/>
        </p:nvSpPr>
        <p:spPr>
          <a:xfrm>
            <a:off x="-2166918" y="2453422"/>
            <a:ext cx="1854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>
                <a:latin typeface="+mj-lt"/>
                <a:cs typeface="Arial" panose="020B0604020202020204" pitchFamily="34" charset="0"/>
              </a:rPr>
              <a:t>Platte tekst (24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-2169590" y="2723262"/>
            <a:ext cx="1854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 err="1">
                <a:latin typeface="+mj-lt"/>
                <a:cs typeface="Arial" panose="020B0604020202020204" pitchFamily="34" charset="0"/>
              </a:rPr>
              <a:t>Bullet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 (24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-2083419" y="3023105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1" indent="-180975">
              <a:buFont typeface="Arial" panose="020B0604020202020204" pitchFamily="34" charset="0"/>
              <a:buChar char="•"/>
            </a:pPr>
            <a:r>
              <a:rPr lang="nl-NL" sz="1000" dirty="0">
                <a:latin typeface="+mj-lt"/>
                <a:cs typeface="Arial" panose="020B0604020202020204" pitchFamily="34" charset="0"/>
              </a:rPr>
              <a:t>Sub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Bullet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 (16 </a:t>
            </a:r>
            <a:r>
              <a:rPr lang="nl-NL" sz="1000" dirty="0" err="1">
                <a:latin typeface="+mj-lt"/>
                <a:cs typeface="Arial" panose="020B0604020202020204" pitchFamily="34" charset="0"/>
              </a:rPr>
              <a:t>pt</a:t>
            </a:r>
            <a:r>
              <a:rPr lang="nl-NL" sz="1000" dirty="0">
                <a:latin typeface="+mj-lt"/>
                <a:cs typeface="Arial" panose="020B0604020202020204" pitchFamily="34" charset="0"/>
              </a:rPr>
              <a:t>.)</a:t>
            </a:r>
            <a:endParaRPr lang="en-US" sz="1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-2083419" y="3329531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Kopje (24 </a:t>
            </a:r>
            <a:r>
              <a:rPr lang="nl-NL" sz="1000" b="1" dirty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pt</a:t>
            </a:r>
            <a:r>
              <a:rPr lang="nl-NL" sz="10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b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-2093659" y="3636326"/>
            <a:ext cx="1693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Kopje (16 </a:t>
            </a:r>
            <a:r>
              <a:rPr lang="nl-NL" sz="1000" i="1" dirty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pt</a:t>
            </a:r>
            <a:r>
              <a:rPr lang="nl-NL" sz="1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i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-2425457" y="2431921"/>
            <a:ext cx="288032" cy="276999"/>
            <a:chOff x="12492689" y="2721406"/>
            <a:chExt cx="288032" cy="276999"/>
          </a:xfrm>
        </p:grpSpPr>
        <p:sp>
          <p:nvSpPr>
            <p:cNvPr id="31" name="Rectangle 30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32"/>
          <p:cNvGrpSpPr/>
          <p:nvPr userDrawn="1"/>
        </p:nvGrpSpPr>
        <p:grpSpPr>
          <a:xfrm>
            <a:off x="-2426044" y="2725767"/>
            <a:ext cx="288032" cy="276999"/>
            <a:chOff x="12492689" y="2721406"/>
            <a:chExt cx="288032" cy="276999"/>
          </a:xfrm>
        </p:grpSpPr>
        <p:sp>
          <p:nvSpPr>
            <p:cNvPr id="34" name="Rectangle 33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oup 35"/>
          <p:cNvGrpSpPr/>
          <p:nvPr userDrawn="1"/>
        </p:nvGrpSpPr>
        <p:grpSpPr>
          <a:xfrm>
            <a:off x="-2425457" y="3023105"/>
            <a:ext cx="288032" cy="276999"/>
            <a:chOff x="12492689" y="2721406"/>
            <a:chExt cx="288032" cy="276999"/>
          </a:xfrm>
        </p:grpSpPr>
        <p:sp>
          <p:nvSpPr>
            <p:cNvPr id="37" name="Rectangle 36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/>
          <p:cNvGrpSpPr/>
          <p:nvPr userDrawn="1"/>
        </p:nvGrpSpPr>
        <p:grpSpPr>
          <a:xfrm>
            <a:off x="-2425457" y="3329531"/>
            <a:ext cx="288032" cy="276999"/>
            <a:chOff x="12492689" y="2721406"/>
            <a:chExt cx="288032" cy="276999"/>
          </a:xfrm>
        </p:grpSpPr>
        <p:sp>
          <p:nvSpPr>
            <p:cNvPr id="40" name="Rectangle 39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oup 41"/>
          <p:cNvGrpSpPr/>
          <p:nvPr userDrawn="1"/>
        </p:nvGrpSpPr>
        <p:grpSpPr>
          <a:xfrm>
            <a:off x="-2427768" y="3630519"/>
            <a:ext cx="288032" cy="276999"/>
            <a:chOff x="12492689" y="2721406"/>
            <a:chExt cx="288032" cy="276999"/>
          </a:xfrm>
        </p:grpSpPr>
        <p:sp>
          <p:nvSpPr>
            <p:cNvPr id="43" name="Rectangle 42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/>
          <p:cNvSpPr txBox="1"/>
          <p:nvPr userDrawn="1"/>
        </p:nvSpPr>
        <p:spPr>
          <a:xfrm>
            <a:off x="12288688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invoegen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Connector 63"/>
          <p:cNvCxnSpPr/>
          <p:nvPr userDrawn="1"/>
        </p:nvCxnSpPr>
        <p:spPr>
          <a:xfrm>
            <a:off x="12360696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 userDrawn="1"/>
        </p:nvSpPr>
        <p:spPr>
          <a:xfrm>
            <a:off x="12792744" y="59724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Wijzig de afbeelding door de bestaande afbeelding te verwijderen. Klik op het pictogram dat vervolgens verschijnt om een afbeelding in te voegen.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6" name="Picture 6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752" y="1556792"/>
            <a:ext cx="381000" cy="381000"/>
          </a:xfrm>
          <a:prstGeom prst="rect">
            <a:avLst/>
          </a:prstGeom>
        </p:spPr>
      </p:pic>
      <p:sp>
        <p:nvSpPr>
          <p:cNvPr id="67" name="TextBox 66"/>
          <p:cNvSpPr txBox="1"/>
          <p:nvPr userDrawn="1"/>
        </p:nvSpPr>
        <p:spPr>
          <a:xfrm>
            <a:off x="12792744" y="2132856"/>
            <a:ext cx="1728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die u wilt invoegen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‘Invoegen’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" name="Group 67"/>
          <p:cNvGrpSpPr/>
          <p:nvPr userDrawn="1"/>
        </p:nvGrpSpPr>
        <p:grpSpPr>
          <a:xfrm>
            <a:off x="12397928" y="2192379"/>
            <a:ext cx="288032" cy="276999"/>
            <a:chOff x="12494133" y="2712391"/>
            <a:chExt cx="288032" cy="276999"/>
          </a:xfrm>
        </p:grpSpPr>
        <p:sp>
          <p:nvSpPr>
            <p:cNvPr id="69" name="Rectangle 68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2494133" y="2712391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1" name="Rectangle 70"/>
          <p:cNvSpPr/>
          <p:nvPr userDrawn="1"/>
        </p:nvSpPr>
        <p:spPr>
          <a:xfrm>
            <a:off x="12415930" y="670453"/>
            <a:ext cx="252028" cy="252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 userDrawn="1"/>
        </p:nvSpPr>
        <p:spPr>
          <a:xfrm>
            <a:off x="12397928" y="65796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 userDrawn="1"/>
        </p:nvSpPr>
        <p:spPr>
          <a:xfrm>
            <a:off x="12792744" y="2780928"/>
            <a:ext cx="17281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Wanneer je de afbeelding wilt schalen of verslepen, ga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‘Bijsnijden’.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Met de witte bolletjes schaal je de afbeelding, met de zwarte haakjes schaal je het afbeeldingskader.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4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520" y="4156050"/>
            <a:ext cx="2714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5" name="Straight Connector 74"/>
          <p:cNvCxnSpPr/>
          <p:nvPr userDrawn="1"/>
        </p:nvCxnSpPr>
        <p:spPr>
          <a:xfrm>
            <a:off x="12396700" y="471467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/>
          <p:cNvGrpSpPr/>
          <p:nvPr userDrawn="1"/>
        </p:nvGrpSpPr>
        <p:grpSpPr>
          <a:xfrm>
            <a:off x="12397928" y="2837737"/>
            <a:ext cx="288032" cy="276999"/>
            <a:chOff x="12492689" y="2721406"/>
            <a:chExt cx="288032" cy="276999"/>
          </a:xfrm>
        </p:grpSpPr>
        <p:sp>
          <p:nvSpPr>
            <p:cNvPr id="77" name="Rectangle 76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9" name="Straight Connector 78"/>
          <p:cNvCxnSpPr/>
          <p:nvPr userDrawn="1"/>
        </p:nvCxnSpPr>
        <p:spPr>
          <a:xfrm>
            <a:off x="12396700" y="2708920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 userDrawn="1"/>
        </p:nvCxnSpPr>
        <p:spPr>
          <a:xfrm>
            <a:off x="12370968" y="2060848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 userDrawn="1"/>
        </p:nvSpPr>
        <p:spPr>
          <a:xfrm>
            <a:off x="6528048" y="-531440"/>
            <a:ext cx="566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Introductiepagina 2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600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63">
          <p15:clr>
            <a:srgbClr val="FBAE40"/>
          </p15:clr>
        </p15:guide>
        <p15:guide id="7" pos="5301">
          <p15:clr>
            <a:srgbClr val="FBAE40"/>
          </p15:clr>
        </p15:guide>
        <p15:guide id="8" pos="7720">
          <p15:clr>
            <a:srgbClr val="FBAE40"/>
          </p15:clr>
        </p15:guide>
        <p15:guide id="9" pos="2883">
          <p15:clr>
            <a:srgbClr val="FBAE40"/>
          </p15:clr>
        </p15:guide>
        <p15:guide id="10" pos="484">
          <p15:clr>
            <a:srgbClr val="FBAE40"/>
          </p15:clr>
        </p15:guide>
        <p15:guide id="13" pos="3976" userDrawn="1">
          <p15:clr>
            <a:srgbClr val="FBAE40"/>
          </p15:clr>
        </p15:guide>
        <p15:guide id="14" pos="5790" userDrawn="1">
          <p15:clr>
            <a:srgbClr val="FBAE40"/>
          </p15:clr>
        </p15:guide>
        <p15:guide id="15" pos="2162" userDrawn="1">
          <p15:clr>
            <a:srgbClr val="FBAE40"/>
          </p15:clr>
        </p15:guide>
        <p15:guide id="16" orient="horz" pos="981" userDrawn="1">
          <p15:clr>
            <a:srgbClr val="FBAE40"/>
          </p15:clr>
        </p15:guide>
        <p15:guide id="17" orient="horz" pos="252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D21EEC-E4A5-40DE-861A-A5D2970A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15" y="907200"/>
            <a:ext cx="11159196" cy="8059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 useBgFill="1">
        <p:nvSpPr>
          <p:cNvPr id="8" name="Picture Placeholder 7">
            <a:extLst>
              <a:ext uri="{FF2B5EF4-FFF2-40B4-BE49-F238E27FC236}">
                <a16:creationId xmlns:a16="http://schemas.microsoft.com/office/drawing/2014/main" id="{ED60D2CD-D95E-4DE8-81CF-F42051EAC35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4200" y="1937792"/>
            <a:ext cx="3495576" cy="4515544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 useBgFill="1">
        <p:nvSpPr>
          <p:cNvPr id="16" name="Picture Placeholder 7">
            <a:extLst>
              <a:ext uri="{FF2B5EF4-FFF2-40B4-BE49-F238E27FC236}">
                <a16:creationId xmlns:a16="http://schemas.microsoft.com/office/drawing/2014/main" id="{F3EBE767-6505-4CEF-AB07-52CB38903C1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12224" y="1937792"/>
            <a:ext cx="3495576" cy="4515544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 useBgFill="1">
        <p:nvSpPr>
          <p:cNvPr id="17" name="Picture Placeholder 7">
            <a:extLst>
              <a:ext uri="{FF2B5EF4-FFF2-40B4-BE49-F238E27FC236}">
                <a16:creationId xmlns:a16="http://schemas.microsoft.com/office/drawing/2014/main" id="{D0EE3735-77D9-4126-9A30-0D4B6017D65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48212" y="1937792"/>
            <a:ext cx="3495576" cy="4515544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2288688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invoegen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360696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12792744" y="59724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Wijzig de afbeelding door de bestaande afbeelding te verwijderen. Klik op het pictogram dat vervolgens verschijnt om een afbeelding in te voegen.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752" y="1556792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12792744" y="2132856"/>
            <a:ext cx="1728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die u wilt invoegen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‘Invoegen’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2397928" y="2192379"/>
            <a:ext cx="288032" cy="276999"/>
            <a:chOff x="12494133" y="2712391"/>
            <a:chExt cx="288032" cy="276999"/>
          </a:xfrm>
        </p:grpSpPr>
        <p:sp>
          <p:nvSpPr>
            <p:cNvPr id="14" name="Rectangle 13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494133" y="2712391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12415930" y="670453"/>
            <a:ext cx="252028" cy="252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2397928" y="65796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12792744" y="2780928"/>
            <a:ext cx="17281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Wanneer je de afbeelding wilt schalen of verslepen, ga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‘Bijsnijden’.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Met de witte bolletjes schaal je de afbeelding, met de zwarte haakjes schaal je het afbeeldingskader.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520" y="4156050"/>
            <a:ext cx="2714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Straight Connector 21"/>
          <p:cNvCxnSpPr/>
          <p:nvPr userDrawn="1"/>
        </p:nvCxnSpPr>
        <p:spPr>
          <a:xfrm>
            <a:off x="12396700" y="471467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 userDrawn="1"/>
        </p:nvGrpSpPr>
        <p:grpSpPr>
          <a:xfrm>
            <a:off x="12397928" y="2837737"/>
            <a:ext cx="288032" cy="276999"/>
            <a:chOff x="12492689" y="2721406"/>
            <a:chExt cx="288032" cy="276999"/>
          </a:xfrm>
        </p:grpSpPr>
        <p:sp>
          <p:nvSpPr>
            <p:cNvPr id="24" name="Rectangle 23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6" name="Straight Connector 25"/>
          <p:cNvCxnSpPr/>
          <p:nvPr userDrawn="1"/>
        </p:nvCxnSpPr>
        <p:spPr>
          <a:xfrm>
            <a:off x="12396700" y="2708920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12370968" y="2060848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 userDrawn="1"/>
        </p:nvSpPr>
        <p:spPr>
          <a:xfrm>
            <a:off x="6528048" y="-531440"/>
            <a:ext cx="566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</a:t>
            </a:r>
            <a:r>
              <a:rPr lang="nl-NL" b="1" baseline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3x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444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  <p15:guide id="4" pos="363">
          <p15:clr>
            <a:srgbClr val="FBAE40"/>
          </p15:clr>
        </p15:guide>
        <p15:guide id="7" pos="5301">
          <p15:clr>
            <a:srgbClr val="FBAE40"/>
          </p15:clr>
        </p15:guide>
        <p15:guide id="8" pos="484">
          <p15:clr>
            <a:srgbClr val="FBAE40"/>
          </p15:clr>
        </p15:guide>
        <p15:guide id="9" orient="horz" pos="981">
          <p15:clr>
            <a:srgbClr val="FBAE40"/>
          </p15:clr>
        </p15:guide>
        <p15:guide id="10" orient="horz" pos="252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D21EEC-E4A5-40DE-861A-A5D2970A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15" y="907200"/>
            <a:ext cx="11159196" cy="936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 useBgFill="1">
        <p:nvSpPr>
          <p:cNvPr id="8" name="Picture Placeholder 7">
            <a:extLst>
              <a:ext uri="{FF2B5EF4-FFF2-40B4-BE49-F238E27FC236}">
                <a16:creationId xmlns:a16="http://schemas.microsoft.com/office/drawing/2014/main" id="{ED60D2CD-D95E-4DE8-81CF-F42051EAC35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9376" y="1988840"/>
            <a:ext cx="5400000" cy="4608512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 useBgFill="1">
        <p:nvSpPr>
          <p:cNvPr id="7" name="Picture Placeholder 7">
            <a:extLst>
              <a:ext uri="{FF2B5EF4-FFF2-40B4-BE49-F238E27FC236}">
                <a16:creationId xmlns:a16="http://schemas.microsoft.com/office/drawing/2014/main" id="{4685375D-185B-47C2-B347-B84257FEFA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40016" y="1988840"/>
            <a:ext cx="5400000" cy="4598609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2288688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invoegen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360696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12792744" y="59724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Wijzig de afbeelding door de bestaande afbeelding te verwijderen. Klik op het pictogram dat vervolgens verschijnt om een afbeelding in te voegen.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752" y="1556792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12792744" y="2132856"/>
            <a:ext cx="1728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die u wilt invoegen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‘Invoegen’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2397928" y="2192379"/>
            <a:ext cx="288032" cy="276999"/>
            <a:chOff x="12494133" y="2712391"/>
            <a:chExt cx="288032" cy="276999"/>
          </a:xfrm>
        </p:grpSpPr>
        <p:sp>
          <p:nvSpPr>
            <p:cNvPr id="14" name="Rectangle 13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494133" y="2712391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12415930" y="670453"/>
            <a:ext cx="252028" cy="252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2397928" y="65796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2792744" y="2780928"/>
            <a:ext cx="17281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Wanneer je de afbeelding wilt schalen of verslepen, ga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‘Bijsnijden’.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Met de witte bolletjes schaal je de afbeelding, met de zwarte haakjes schaal je het afbeeldingskader.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520" y="4156050"/>
            <a:ext cx="2714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Connector 19"/>
          <p:cNvCxnSpPr/>
          <p:nvPr userDrawn="1"/>
        </p:nvCxnSpPr>
        <p:spPr>
          <a:xfrm>
            <a:off x="12396700" y="471467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 userDrawn="1"/>
        </p:nvGrpSpPr>
        <p:grpSpPr>
          <a:xfrm>
            <a:off x="12397928" y="2837737"/>
            <a:ext cx="288032" cy="276999"/>
            <a:chOff x="12492689" y="2721406"/>
            <a:chExt cx="288032" cy="276999"/>
          </a:xfrm>
        </p:grpSpPr>
        <p:sp>
          <p:nvSpPr>
            <p:cNvPr id="22" name="Rectangle 21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4" name="Straight Connector 23"/>
          <p:cNvCxnSpPr/>
          <p:nvPr userDrawn="1"/>
        </p:nvCxnSpPr>
        <p:spPr>
          <a:xfrm>
            <a:off x="12396700" y="2708920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12370968" y="2060848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 userDrawn="1"/>
        </p:nvSpPr>
        <p:spPr>
          <a:xfrm>
            <a:off x="6528048" y="-531440"/>
            <a:ext cx="566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2x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18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63">
          <p15:clr>
            <a:srgbClr val="FBAE40"/>
          </p15:clr>
        </p15:guide>
        <p15:guide id="7" pos="484">
          <p15:clr>
            <a:srgbClr val="FBAE40"/>
          </p15:clr>
        </p15:guide>
        <p15:guide id="8" orient="horz" pos="981">
          <p15:clr>
            <a:srgbClr val="FBAE40"/>
          </p15:clr>
        </p15:guide>
        <p15:guide id="9" orient="horz" pos="252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video (iMac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c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294" y="1668379"/>
            <a:ext cx="6430375" cy="4774256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89315" y="1915200"/>
            <a:ext cx="5606686" cy="44688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8" name="Rectangle 7"/>
          <p:cNvSpPr/>
          <p:nvPr/>
        </p:nvSpPr>
        <p:spPr>
          <a:xfrm>
            <a:off x="6302400" y="2006400"/>
            <a:ext cx="5505600" cy="284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6302400" y="2006400"/>
            <a:ext cx="5505600" cy="2846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pic>
        <p:nvPicPr>
          <p:cNvPr id="9" name="Picture 8" descr="iMac.png">
            <a:extLst>
              <a:ext uri="{FF2B5EF4-FFF2-40B4-BE49-F238E27FC236}">
                <a16:creationId xmlns:a16="http://schemas.microsoft.com/office/drawing/2014/main" id="{C8FBE6D9-3C61-4A64-8829-1D01D752B6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294" y="1668379"/>
            <a:ext cx="6430375" cy="477425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D704BE-186B-4873-9F53-FB8893678272}"/>
              </a:ext>
            </a:extLst>
          </p:cNvPr>
          <p:cNvSpPr/>
          <p:nvPr userDrawn="1"/>
        </p:nvSpPr>
        <p:spPr>
          <a:xfrm>
            <a:off x="6302400" y="2006400"/>
            <a:ext cx="5505600" cy="284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2288688" y="764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Afbeelding invoegen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2360696" y="404664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12792744" y="59724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Wijzig de afbeelding door de bestaande afbeelding te verwijderen. Klik op het pictogram dat vervolgens verschijnt om een afbeelding in te voegen.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752" y="1556792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12792744" y="2132856"/>
            <a:ext cx="1728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Selecteer de afbeelding die u wilt invoegen 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‘Invoegen’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2397928" y="2192379"/>
            <a:ext cx="288032" cy="276999"/>
            <a:chOff x="12494133" y="2712391"/>
            <a:chExt cx="288032" cy="276999"/>
          </a:xfrm>
        </p:grpSpPr>
        <p:sp>
          <p:nvSpPr>
            <p:cNvPr id="17" name="Rectangle 16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494133" y="2712391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Rectangle 18"/>
          <p:cNvSpPr/>
          <p:nvPr userDrawn="1"/>
        </p:nvSpPr>
        <p:spPr>
          <a:xfrm>
            <a:off x="12415930" y="670453"/>
            <a:ext cx="252028" cy="252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2397928" y="65796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12792744" y="2780928"/>
            <a:ext cx="17281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Wanneer je de afbeelding wilt schalen of verslepen, ga dan naar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‘Hulpmiddelen voor afbeeldingen’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en klik op </a:t>
            </a:r>
            <a:r>
              <a:rPr lang="nl-NL" sz="900" b="1" dirty="0">
                <a:latin typeface="Arial" panose="020B0604020202020204" pitchFamily="34" charset="0"/>
                <a:cs typeface="Arial" panose="020B0604020202020204" pitchFamily="34" charset="0"/>
              </a:rPr>
              <a:t>‘Bijsnijden’. </a:t>
            </a:r>
            <a:r>
              <a:rPr lang="nl-NL" sz="900" dirty="0">
                <a:latin typeface="Arial" panose="020B0604020202020204" pitchFamily="34" charset="0"/>
                <a:cs typeface="Arial" panose="020B0604020202020204" pitchFamily="34" charset="0"/>
              </a:rPr>
              <a:t>Met de witte bolletjes schaal je de afbeelding, met de zwarte haakjes schaal je het afbeeldingskader.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520" y="4156050"/>
            <a:ext cx="2714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" name="Straight Connector 22"/>
          <p:cNvCxnSpPr/>
          <p:nvPr userDrawn="1"/>
        </p:nvCxnSpPr>
        <p:spPr>
          <a:xfrm>
            <a:off x="12396700" y="4714676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 userDrawn="1"/>
        </p:nvGrpSpPr>
        <p:grpSpPr>
          <a:xfrm>
            <a:off x="12397928" y="2837737"/>
            <a:ext cx="288032" cy="276999"/>
            <a:chOff x="12492689" y="2721406"/>
            <a:chExt cx="288032" cy="276999"/>
          </a:xfrm>
        </p:grpSpPr>
        <p:sp>
          <p:nvSpPr>
            <p:cNvPr id="25" name="Rectangle 24"/>
            <p:cNvSpPr/>
            <p:nvPr/>
          </p:nvSpPr>
          <p:spPr>
            <a:xfrm>
              <a:off x="12507842" y="2721406"/>
              <a:ext cx="252028" cy="252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2492689" y="2721406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7" name="Straight Connector 26"/>
          <p:cNvCxnSpPr/>
          <p:nvPr userDrawn="1"/>
        </p:nvCxnSpPr>
        <p:spPr>
          <a:xfrm>
            <a:off x="12396700" y="2708920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>
            <a:off x="12370968" y="2060848"/>
            <a:ext cx="21602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128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video (iPa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pad.png">
            <a:extLst>
              <a:ext uri="{FF2B5EF4-FFF2-40B4-BE49-F238E27FC236}">
                <a16:creationId xmlns:a16="http://schemas.microsoft.com/office/drawing/2014/main" id="{72A91A83-7BEC-4DFC-9141-86C25E606E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1462436"/>
            <a:ext cx="4132447" cy="520692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89315" y="1915200"/>
            <a:ext cx="5606686" cy="44688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8" name="Rectangle 7"/>
          <p:cNvSpPr/>
          <p:nvPr/>
        </p:nvSpPr>
        <p:spPr>
          <a:xfrm>
            <a:off x="7681354" y="2132856"/>
            <a:ext cx="3249600" cy="384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pic>
        <p:nvPicPr>
          <p:cNvPr id="7" name="Picture 6" descr="ipa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1462436"/>
            <a:ext cx="4132447" cy="5206924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7680176" y="2132856"/>
            <a:ext cx="3249600" cy="38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73CE4D-2F70-45E4-967A-9D739D4C3FC1}"/>
              </a:ext>
            </a:extLst>
          </p:cNvPr>
          <p:cNvSpPr/>
          <p:nvPr userDrawn="1"/>
        </p:nvSpPr>
        <p:spPr>
          <a:xfrm>
            <a:off x="7690730" y="2130610"/>
            <a:ext cx="3249600" cy="384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baseline="0" dirty="0"/>
          </a:p>
        </p:txBody>
      </p:sp>
    </p:spTree>
    <p:extLst>
      <p:ext uri="{BB962C8B-B14F-4D97-AF65-F5344CB8AC3E}">
        <p14:creationId xmlns:p14="http://schemas.microsoft.com/office/powerpoint/2010/main" val="2063110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rafiek br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92C6-2ACF-4B38-86C3-6C298EE6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14" y="907200"/>
            <a:ext cx="11223310" cy="93610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 useBgFill="1">
        <p:nvSpPr>
          <p:cNvPr id="4" name="Chart Placeholder 3">
            <a:extLst>
              <a:ext uri="{FF2B5EF4-FFF2-40B4-BE49-F238E27FC236}">
                <a16:creationId xmlns:a16="http://schemas.microsoft.com/office/drawing/2014/main" id="{5958EF81-0CFC-48FC-BE1D-A0A58BBF5B9A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479425" y="1898650"/>
            <a:ext cx="11269663" cy="4208463"/>
          </a:xfrm>
          <a:solidFill>
            <a:schemeClr val="accent1">
              <a:tint val="20000"/>
            </a:schemeClr>
          </a:solidFill>
        </p:spPr>
        <p:txBody>
          <a:bodyPr wrap="square" anchor="ctr"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nl-NL" dirty="0"/>
              <a:t>Click icon 
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chart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991793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F520-9086-466E-9B79-4326410D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14" y="907200"/>
            <a:ext cx="11223309" cy="93610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B1BBC81D-6CE2-4F98-83D0-5B508AF7F554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488951" y="1980000"/>
            <a:ext cx="11260138" cy="4208463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icon to add SmartArt graphic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330212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19" y="191126"/>
            <a:ext cx="2705229" cy="54217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315" y="907200"/>
            <a:ext cx="11159196" cy="9361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14" y="1980000"/>
            <a:ext cx="11148649" cy="461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8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12" r:id="rId1"/>
    <p:sldLayoutId id="2147485013" r:id="rId2"/>
    <p:sldLayoutId id="2147485014" r:id="rId3"/>
    <p:sldLayoutId id="2147485017" r:id="rId4"/>
    <p:sldLayoutId id="2147485018" r:id="rId5"/>
    <p:sldLayoutId id="2147485019" r:id="rId6"/>
    <p:sldLayoutId id="2147485020" r:id="rId7"/>
    <p:sldLayoutId id="2147485021" r:id="rId8"/>
    <p:sldLayoutId id="2147485022" r:id="rId9"/>
    <p:sldLayoutId id="2147485023" r:id="rId10"/>
    <p:sldLayoutId id="2147485024" r:id="rId11"/>
    <p:sldLayoutId id="2147485025" r:id="rId12"/>
    <p:sldLayoutId id="2147485027" r:id="rId13"/>
    <p:sldLayoutId id="2147485029" r:id="rId14"/>
    <p:sldLayoutId id="2147485030" r:id="rId15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Source Sans Pro" panose="020B05030304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j-lt"/>
          <a:ea typeface="Source Sans Pro" panose="020B0503030403020204" pitchFamily="34" charset="0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Source Sans Pro" panose="020B0503030403020204" pitchFamily="34" charset="0"/>
          <a:cs typeface="+mn-cs"/>
        </a:defRPr>
      </a:lvl2pPr>
      <a:lvl3pPr marL="625475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Source Sans Pro" panose="020B0503030403020204" pitchFamily="34" charset="0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accent1"/>
          </a:solidFill>
          <a:latin typeface="+mj-lt"/>
          <a:ea typeface="Source Sans Pro" panose="020B0503030403020204" pitchFamily="34" charset="0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i="1" kern="1200">
          <a:solidFill>
            <a:schemeClr val="accent1"/>
          </a:solidFill>
          <a:latin typeface="+mj-lt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302">
          <p15:clr>
            <a:srgbClr val="F26B43"/>
          </p15:clr>
        </p15:guide>
        <p15:guide id="8" pos="9775">
          <p15:clr>
            <a:srgbClr val="F26B43"/>
          </p15:clr>
        </p15:guide>
        <p15:guide id="11" orient="horz" pos="867">
          <p15:clr>
            <a:srgbClr val="F26B43"/>
          </p15:clr>
        </p15:guide>
        <p15:guide id="12" pos="581">
          <p15:clr>
            <a:srgbClr val="F26B43"/>
          </p15:clr>
        </p15:guide>
        <p15:guide id="13" pos="7401">
          <p15:clr>
            <a:srgbClr val="F26B43"/>
          </p15:clr>
        </p15:guide>
        <p15:guide id="14" orient="horz" pos="3847">
          <p15:clr>
            <a:srgbClr val="F26B43"/>
          </p15:clr>
        </p15:guide>
        <p15:guide id="15" orient="horz" pos="482">
          <p15:clr>
            <a:srgbClr val="F26B43"/>
          </p15:clr>
        </p15:guide>
        <p15:guide id="16" pos="3736">
          <p15:clr>
            <a:srgbClr val="F26B43"/>
          </p15:clr>
        </p15:guide>
        <p15:guide id="17" pos="3961">
          <p15:clr>
            <a:srgbClr val="F26B43"/>
          </p15:clr>
        </p15:guide>
        <p15:guide id="18" orient="horz" pos="2069">
          <p15:clr>
            <a:srgbClr val="F26B43"/>
          </p15:clr>
        </p15:guide>
        <p15:guide id="19" orient="horz" pos="2201">
          <p15:clr>
            <a:srgbClr val="F26B43"/>
          </p15:clr>
        </p15:guide>
        <p15:guide id="20" pos="2655">
          <p15:clr>
            <a:srgbClr val="F26B43"/>
          </p15:clr>
        </p15:guide>
        <p15:guide id="21" pos="2781">
          <p15:clr>
            <a:srgbClr val="F26B43"/>
          </p15:clr>
        </p15:guide>
        <p15:guide id="22" pos="4871">
          <p15:clr>
            <a:srgbClr val="F26B43"/>
          </p15:clr>
        </p15:guide>
        <p15:guide id="23" pos="5021">
          <p15:clr>
            <a:srgbClr val="F26B43"/>
          </p15:clr>
        </p15:guide>
        <p15:guide id="24" orient="horz" pos="1196" userDrawn="1">
          <p15:clr>
            <a:srgbClr val="F26B43"/>
          </p15:clr>
        </p15:guide>
        <p15:guide id="25" pos="307" userDrawn="1">
          <p15:clr>
            <a:srgbClr val="F26B43"/>
          </p15:clr>
        </p15:guide>
        <p15:guide id="26" pos="7331" userDrawn="1">
          <p15:clr>
            <a:srgbClr val="F26B43"/>
          </p15:clr>
        </p15:guide>
        <p15:guide id="27" orient="horz" pos="4113" userDrawn="1">
          <p15:clr>
            <a:srgbClr val="F26B43"/>
          </p15:clr>
        </p15:guide>
        <p15:guide id="28" orient="horz" pos="7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8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ISPRING_RESOURCE_PATHS_HASH_PRESENTER" val="42456d2f5f5351937ece8a3df1ccd7879d11180"/>
</p:tagLst>
</file>

<file path=ppt/theme/theme1.xml><?xml version="1.0" encoding="utf-8"?>
<a:theme xmlns:a="http://schemas.openxmlformats.org/drawingml/2006/main" name="blank">
  <a:themeElements>
    <a:clrScheme name="UvA">
      <a:dk1>
        <a:srgbClr val="000000"/>
      </a:dk1>
      <a:lt1>
        <a:srgbClr val="FFFFFF"/>
      </a:lt1>
      <a:dk2>
        <a:srgbClr val="1F1D21"/>
      </a:dk2>
      <a:lt2>
        <a:srgbClr val="FFFFFF"/>
      </a:lt2>
      <a:accent1>
        <a:srgbClr val="751B68"/>
      </a:accent1>
      <a:accent2>
        <a:srgbClr val="BEB511"/>
      </a:accent2>
      <a:accent3>
        <a:srgbClr val="90003E"/>
      </a:accent3>
      <a:accent4>
        <a:srgbClr val="257835"/>
      </a:accent4>
      <a:accent5>
        <a:srgbClr val="004E92"/>
      </a:accent5>
      <a:accent6>
        <a:srgbClr val="E98300"/>
      </a:accent6>
      <a:hlink>
        <a:srgbClr val="009CDD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9-uva-presentatie-16x9---fnwi---nl---faculteit" id="{EB8D55B5-372F-DE44-9635-AD51DB54680F}" vid="{12664C34-D761-2148-A44D-5E691E606D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EB26C7979E7242A3043123CA461D04" ma:contentTypeVersion="4" ma:contentTypeDescription="Een nieuw document maken." ma:contentTypeScope="" ma:versionID="947128032fa33d4217b1c9b8a9506e64">
  <xsd:schema xmlns:xsd="http://www.w3.org/2001/XMLSchema" xmlns:xs="http://www.w3.org/2001/XMLSchema" xmlns:p="http://schemas.microsoft.com/office/2006/metadata/properties" xmlns:ns2="2014d3d7-ed9a-405e-96dc-0a26f9a75b1e" targetNamespace="http://schemas.microsoft.com/office/2006/metadata/properties" ma:root="true" ma:fieldsID="a9155798b549f333f86d83e0e3ced9ae" ns2:_="">
    <xsd:import namespace="2014d3d7-ed9a-405e-96dc-0a26f9a75b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4d3d7-ed9a-405e-96dc-0a26f9a75b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740B4EE-7306-4015-AD25-B4E5484321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AB4FB0-A6B2-4ED4-9E43-2042FF563F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4d3d7-ed9a-405e-96dc-0a26f9a75b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DA0326-C6F9-40A3-894F-6061EE46E132}">
  <ds:schemaRefs>
    <ds:schemaRef ds:uri="http://schemas.microsoft.com/office/2006/metadata/properties"/>
    <ds:schemaRef ds:uri="f2760952-b3bb-408f-ace6-eb1e07642b86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2260777-03a2-4acd-8b7f-b7cc27a56620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blank</vt:lpstr>
      <vt:lpstr>PowerPoint Presentation</vt:lpstr>
    </vt:vector>
  </TitlesOfParts>
  <Manager>Chevelie Vermaning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de Groot</dc:creator>
  <dc:description>Deze invoegtoepassing bevat additionele hulpmiddelen voor UvA presentaties. _x000d_
version: 0.1- 2018 MAART, revision: 1340_x000d_
Last save date: 8-3-2018 12:52:14, last saved by: Martin Drenth</dc:description>
  <cp:lastModifiedBy>Tristan Farran</cp:lastModifiedBy>
  <cp:revision>3</cp:revision>
  <dcterms:created xsi:type="dcterms:W3CDTF">2026-01-26T14:02:12Z</dcterms:created>
  <dcterms:modified xsi:type="dcterms:W3CDTF">2026-01-26T16:54:06Z</dcterms:modified>
  <cp:version>0.1- 2018 MAART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0x010100A5EB26C7979E7242A3043123CA461D04</vt:lpwstr>
  </property>
</Properties>
</file>